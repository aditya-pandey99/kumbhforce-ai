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6B6D4"/>
                </a:solidFill>
                <a:latin typeface="Arial"/>
              </a:defRPr>
            </a:pPr>
            <a:r>
              <a:t>KumbhForce AI</a:t>
            </a:r>
          </a:p>
          <a:p>
            <a:pPr>
              <a:spcBef>
                <a:spcPts val="1500"/>
              </a:spcBef>
              <a:defRPr sz="2800" b="1">
                <a:solidFill>
                  <a:srgbClr val="F3F4F6"/>
                </a:solidFill>
                <a:latin typeface="Arial"/>
              </a:defRPr>
            </a:pPr>
            <a:r>
              <a:t>Synchronizing Humanity at Scale</a:t>
            </a:r>
          </a:p>
          <a:p>
            <a:pPr>
              <a:spcBef>
                <a:spcPts val="3000"/>
              </a:spcBef>
              <a:defRPr sz="1600">
                <a:solidFill>
                  <a:srgbClr val="9CA3AF"/>
                </a:solidFill>
                <a:latin typeface="Arial"/>
              </a:defRPr>
            </a:pPr>
            <a:r>
              <a:t>Autonomous Volunteer Command &amp; Operations Intelligence Platform for Mahakumbh</a:t>
            </a:r>
            <a:br/>
            <a:r>
              <a:t>Presented by: Aditya Pandey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Operating at the Limits of Human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120 Million+ Pilgrims: Population size larger than most European nations, shifting daily.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Dynamic Floodplain Grid: Temporary pontoon bridges and riverbanks shifting dynamically.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Density Crises: Pilgrim density exceeding 4 people/sqm at transition gates and rail hubs.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Why Traditional Management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Roster Blindness: Static volunteer shifts with no live location, skill, or fatigue tracking.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Response Latency: Cascade communication or radio delays introduce a 15+ minute response gap.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Reactive Posture: Command centers react to crises only after bottlenecks materialize.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KumbhForce AI: Command Redefined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Digital Twin Telemetry: Live spatial tracking of all 12 active sectors of the Mahakumbh floodplain.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Constraint-Aware Solver: Linear program matching volunteers by proximity, skillsets, and fatigue.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Simulation Sandbox: Run Monte Carlo scenarios to stress-test capacity and generate briefings.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Intelligent Operations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1. Telemetry Ingress: Live pilgrim density metrics, GPS feeds, and incident triggers.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2. AI Decision Engine: Evaluates threat profiles and computes sector priorities.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3. Roster Optimization Solver: Distributes personnel to clear critical gaps and balance workloads.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4. Interactive HUD: Streams live dispatcher alerts and explainable recommendation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Digital Command Center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12-Sector Twin Grid: Interactive matrix displaying sector health, crowd volumes, and staff counts.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Live Operations Feed: Real-time dispatcher activity stream tracking dispatches and rerouting.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Explainability Panel: Instant breakdowns of volunteer skill matches, fatigue indexes, and distances.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Workforce Optimizer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Skill-Constraint Solver: Automatically allocates specialist volunteers (First Aid, Languages).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Fatigue-Aware Routing: Reassigns standby personnel without overloading active teams.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Auto-Resolve Gaps: Execute system-wide personnel balancing with a single button click.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Scenario Stress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Interactive Sliders: Stress-test operations by scaling crowd sizes and reducing volunteers.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Capacity Forecast Chart: Real-time graph of risk index and crowd trends over an 8-hour horizon.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Scenario Presets: Instant profiles for 'Crowd Surge', 'Heatwave Emergency', and 'Volunteer Shortage'.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60-Second Incident 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1. Detection: Medical emergency ticket logged at S-02 (Triveni Point) with Critical severity.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2. Profile Search: Solver scans nearby low-fatigue, first-aid certified volunteers.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3. Candidate Proposal: Rohit Kumar (0.4 km away) recommended with 95% confidence score.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4. Dispatch Authorization: Dispatcher executes rebalancing command via one-click CTA.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5. Resolution: Volunteer arrives within 3.8 minutes, beating standard SLA targets.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Operations Decision Assistant (AI Copilot)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Natural Language Queries: Command queries resolved instantly with database citations.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SLA Analysis Headers: Confidence score, estimated response time, and impact metrics.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Executable CTAs: Actionable buttons linked directly to dispatches and map 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Projected Operational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Placement Rates: Volunteer deployment success increased from 62% to 94%.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Response Latency: Average dispatch latency reduced from 14.5 minutes to 6.2 minutes (-57%).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Safety Gaps: Floodplain safety coverage raised from 71% to 95%.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Crowd Bottlenecks: Projected crowd surge risks decreased by 46% across target checkpoints.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Comparative Advantage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Live 12-Sector Twin vs. spreadsheets: Static rows vs. real-time dynamic visual telemetry.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Constraint Solver vs. basic scheduling: Proximity, skill, and fatigue computed dynamically.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Predictive Sandbox vs. reactive dispatch: Proactive trend graphs vs. late crisis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KumbhForce AI: Autonomous Volunteer Operations Command Center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Lead Creator: Aditya Pandey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Web Demo: kumbhforce-ai.vercel.app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• GitHub Repository: github.com/ADITYA-PANDEY99/KumbhForce-AI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